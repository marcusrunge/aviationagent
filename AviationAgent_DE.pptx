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Qwen/Qwen2.5-0.5B-Instruct model card, Apache-2.0.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Aviation Weather Center Data API documentation: worldwide METAR and TAF, raw and JSON formats.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National Weather Service METAR format overview.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ICAO/WMO TAF change-group concepts: FM, BECMG, TEMPO, PROB30 and PROB40.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Qwen2.5 model license: Apache-2.0. Project source license: MIT.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Pr>
        <a:solidFill>
          <a:srgbClr val="0D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0"/>
          </a:solidFill>
          <a:ln w="12700">
            <a:solidFill>
              <a:srgbClr val="0D27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bschnitts-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c01877a63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0">
              <a:alpha val="63000"/>
            </a:srgbClr>
          </a:solidFill>
          <a:ln w="12700">
            <a:solidFill>
              <a:srgbClr val="0D27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685800" y="1234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AviationAgent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13232" y="19933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7F9FB"/>
                </a:solidFill>
              </a:rPr>
              <a:t>Lokaler KI-Agent für METAR und TAF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E7ED"/>
                </a:solidFill>
              </a:rPr>
              <a:t>Von der natürlichen Sprache über ONNX bis zur deterministischen Wetterausgabe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977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804672" y="402793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LOCAL FIRST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31720" y="397764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2404872" y="402793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.NET 10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03320" y="39776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4BAF73"/>
          </a:solidFill>
          <a:ln w="12700">
            <a:solidFill>
              <a:srgbClr val="4BAF7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776472" y="402793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ONNX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5806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Marcus Runge, B.Sc.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Projektziel: Sprache verstehen, Entscheidungen begrenzen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261872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73152" cy="429768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41832" y="14630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Natürlich fragen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1901952"/>
            <a:ext cx="3035808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5F6B76"/>
                </a:solidFill>
              </a:rPr>
              <a:t>METAR von EDDV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TAF Wind und Böen ETHS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Wie entwickelt sich das Wetter in EDDF?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261872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370832" y="1261872"/>
            <a:ext cx="73152" cy="4297680"/>
          </a:xfrm>
          <a:prstGeom prst="rect">
            <a:avLst/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26864" y="14630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Lokal routen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6864" y="1901952"/>
            <a:ext cx="3035808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Qwen2.5-0.5B erkennt Produkt, Station und Fokus. Die Inferenz bleibt lokal.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261872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046720" y="1261872"/>
            <a:ext cx="73152" cy="4297680"/>
          </a:xfrm>
          <a:prstGeom prst="rect">
            <a:avLst/>
          </a:prstGeom>
          <a:solidFill>
            <a:srgbClr val="4BAF73"/>
          </a:solidFill>
          <a:ln w="12700">
            <a:solidFill>
              <a:srgbClr val="4BAF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302752" y="14630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Deterministisch ausführen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1901952"/>
            <a:ext cx="3035808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Safety Guard, API-Aufruf, Parser und Formatter bleiben überprüfbarer C#-Code.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Leitprinzip: KI dort einsetzen, wo Sprache variiert</a:t>
            </a:r>
            <a:endParaRPr lang="en-US" sz="2400" dirty="0"/>
          </a:p>
        </p:txBody>
      </p:sp>
      <p:pic>
        <p:nvPicPr>
          <p:cNvPr id="3" name="Image 0" descr="/mnt/data/9efa50402c.png"/>
          <p:cNvPicPr>
            <a:picLocks noChangeAspect="1"/>
          </p:cNvPicPr>
          <p:nvPr/>
        </p:nvPicPr>
        <p:blipFill>
          <a:blip r:embed="rId3"/>
          <a:srcRect l="19670" r="19670"/>
          <a:stretch/>
        </p:blipFill>
        <p:spPr>
          <a:xfrm>
            <a:off x="6995160" y="1143000"/>
            <a:ext cx="4617720" cy="5074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280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740"/>
                </a:solidFill>
              </a:rPr>
              <a:t>Das Modell entscheidet nicht über Wetter oder Flugbetrieb.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057400"/>
            <a:ext cx="566928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KI: Absicht, ICAO-Station und Fokus erkennen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C#: Vertrag validieren und Aktionen routen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Parser: METAR und TAF deterministisch dekodieren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Safety Guard: operative Entscheidungen vor der KI abfangen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54406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896112" y="549097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KI = ROUTER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544068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2633472" y="549097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C# = AUTORITÄT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End-to-End-Architektur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F09415">
              <a:alpha val="92000"/>
            </a:srgbClr>
          </a:solidFill>
          <a:ln w="1524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76072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Anfrage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82496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947672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FA7E5C">
              <a:alpha val="92000"/>
            </a:srgbClr>
          </a:solidFill>
          <a:ln w="15240">
            <a:solidFill>
              <a:srgbClr val="FA7E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020824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Safety 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7248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392424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D17DF9">
              <a:alpha val="92000"/>
            </a:srgbClr>
          </a:solidFill>
          <a:ln w="15240">
            <a:solidFill>
              <a:srgbClr val="D17DF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65576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Qwen ONNX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837176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5AA6C0">
              <a:alpha val="92000"/>
            </a:srgbClr>
          </a:solidFill>
          <a:ln w="1524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910328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AgentDecision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6752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281928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C1B56B">
              <a:alpha val="92000"/>
            </a:srgbClr>
          </a:solidFill>
          <a:ln w="15240">
            <a:solidFill>
              <a:srgbClr val="C1B5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355080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61504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726680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4BAF73">
              <a:alpha val="92000"/>
            </a:srgbClr>
          </a:solidFill>
          <a:ln w="15240">
            <a:solidFill>
              <a:srgbClr val="4BAF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799832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Weather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06256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9171432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5AA6C0">
              <a:alpha val="92000"/>
            </a:srgbClr>
          </a:solidFill>
          <a:ln w="1524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244584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51008" y="2450592"/>
            <a:ext cx="256032" cy="310896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616184" y="2148840"/>
            <a:ext cx="1161288" cy="914400"/>
          </a:xfrm>
          <a:prstGeom prst="roundRect">
            <a:avLst>
              <a:gd name="adj" fmla="val 5000"/>
            </a:avLst>
          </a:prstGeom>
          <a:solidFill>
            <a:srgbClr val="F09415">
              <a:alpha val="92000"/>
            </a:srgbClr>
          </a:solidFill>
          <a:ln w="1524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10689336" y="245059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7DF9"/>
                </a:solidFill>
              </a:rPr>
              <a:t>Lokale KI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AF73"/>
                </a:solidFill>
              </a:rPr>
              <a:t>Deterministische Ausführung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48840" y="3794760"/>
            <a:ext cx="7909560" cy="1"/>
          </a:xfrm>
          <a:prstGeom prst="line">
            <a:avLst/>
          </a:prstGeom>
          <a:noFill/>
          <a:ln w="1524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2926080" y="40690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12B"/>
                </a:solidFill>
              </a:rPr>
              <a:t>Unveränderte Rohmeldung bleibt als Referenz sichtbar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2423160" y="4645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6"/>
                </a:solidFill>
              </a:rPr>
              <a:t>Damit sind Modellinterpretation, Datenquelle und Ausgabe jederzeit nachvollziehbar.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Trainingspipeline: vom Vertrag zum lokalen Modell</a:t>
            </a:r>
            <a:endParaRPr lang="en-US" sz="2400" dirty="0"/>
          </a:p>
        </p:txBody>
      </p:sp>
      <p:pic>
        <p:nvPicPr>
          <p:cNvPr id="3" name="Image 0" descr="/mnt/data/72b3fc797f.png"/>
          <p:cNvPicPr>
            <a:picLocks noChangeAspect="1"/>
          </p:cNvPicPr>
          <p:nvPr/>
        </p:nvPicPr>
        <p:blipFill>
          <a:blip r:embed="rId3"/>
          <a:srcRect l="19298" r="19298"/>
          <a:stretch/>
        </p:blipFill>
        <p:spPr>
          <a:xfrm>
            <a:off x="6812280" y="1143000"/>
            <a:ext cx="480060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325880"/>
            <a:ext cx="571500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JSONL-Datensätze mit natürlicher Anfrage und exakter Zielantwort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LoRA-Fine-Tuning auf Qwen2.5-0.5B-Instruct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System- und User-Tokens maskiert, Loss nur auf Assistant-JSON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Evaluation auf exakter JSON-Übereinstimmung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Adapter-Merge und erneute Referenzprüfung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Agentenvertrag ist bewusst klein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6492240" cy="4389120"/>
          </a:xfrm>
          <a:prstGeom prst="roundRect">
            <a:avLst/>
          </a:prstGeom>
          <a:solidFill>
            <a:srgbClr val="0F1D2B"/>
          </a:solidFill>
          <a:ln w="12700">
            <a:solidFill>
              <a:srgbClr val="5AA6C0"/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51560" y="16916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{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"action": "get_taf",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"station": "ETHS",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"focus": "wind"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}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35240" y="123444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635240" y="1234440"/>
            <a:ext cx="73152" cy="123444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891272" y="143560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91272" y="1874520"/>
            <a:ext cx="335584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METAR, TAF, beide oder unknown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26974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635240" y="2697480"/>
            <a:ext cx="73152" cy="1234440"/>
          </a:xfrm>
          <a:prstGeom prst="rect">
            <a:avLst/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891272" y="289864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station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91272" y="3337560"/>
            <a:ext cx="335584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Vierstelliger ICAO-Code oder null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41605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635240" y="4160520"/>
            <a:ext cx="73152" cy="1234440"/>
          </a:xfrm>
          <a:prstGeom prst="rect">
            <a:avLst/>
          </a:prstGeom>
          <a:solidFill>
            <a:srgbClr val="4BAF73"/>
          </a:solidFill>
          <a:ln w="12700">
            <a:solidFill>
              <a:srgbClr val="4BAF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891272" y="4361688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focus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91272" y="4800600"/>
            <a:ext cx="335584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Wind, Sicht, Wolken, Wetter, Gültigkeit 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Modellauswahl: Qualität vor Dateigröße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01752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A7E5C"/>
            </a:solidFill>
            <a:prstDash val="solid"/>
          </a:ln>
          <a:effectLst>
            <a:outerShdw blurRad="1905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A7E5C"/>
                </a:solidFill>
              </a:rPr>
              <a:t>INT4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5156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Lädt, aber Routing-JSON bricht qualitativ ein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Nicht freigegeben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508760"/>
            <a:ext cx="301752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1B56B"/>
            </a:solidFill>
            <a:prstDash val="solid"/>
          </a:ln>
          <a:effectLst>
            <a:outerShdw blurRad="1905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262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B56B"/>
                </a:solidFill>
              </a:rPr>
              <a:t>INT8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57200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Export erzeugt ungültigen ONNX-Graphen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Nicht freigegeben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1508760"/>
            <a:ext cx="301752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AF73"/>
            </a:solidFill>
            <a:prstDash val="solid"/>
          </a:ln>
          <a:effectLst>
            <a:outerShdw blurRad="1905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04672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BAF73"/>
                </a:solidFill>
              </a:rPr>
              <a:t>FP32 CPU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09244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Stabile, exakte Referenzantworten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Deploymentkandidat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5532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740"/>
                </a:solidFill>
              </a:rPr>
              <a:t>Freigabeentscheidung basiert auf beobachteter Ausgabequalität, nicht nur auf erfolgreichem Laden.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 Runtime GenAI in .NET 10</a:t>
            </a:r>
            <a:endParaRPr lang="en-US" sz="2400" dirty="0"/>
          </a:p>
        </p:txBody>
      </p:sp>
      <p:pic>
        <p:nvPicPr>
          <p:cNvPr id="3" name="Image 0" descr="/mnt/data/0c01877a63.png"/>
          <p:cNvPicPr>
            <a:picLocks noChangeAspect="1"/>
          </p:cNvPicPr>
          <p:nvPr/>
        </p:nvPicPr>
        <p:blipFill>
          <a:blip r:embed="rId3"/>
          <a:srcRect l="19027" r="19027"/>
          <a:stretch/>
        </p:blipFill>
        <p:spPr>
          <a:xfrm>
            <a:off x="6766560" y="1143000"/>
            <a:ext cx="4800600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325880"/>
            <a:ext cx="5623560" cy="429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ChatML-Prompt entspricht Training und Python-Verifikation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Greedy Decoding mit begrenzter Tokenanzahl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Cancellation nach jedem generierten Token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Strikte Deserialisierung in typisierte Enums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Modell bleibt lokal und außerhalb des Git-Repositories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Guard: operative Entscheidungen bleiben tabu</a:t>
            </a:r>
            <a:endParaRPr lang="en-US" sz="2400" dirty="0"/>
          </a:p>
        </p:txBody>
      </p:sp>
      <p:pic>
        <p:nvPicPr>
          <p:cNvPr id="3" name="Image 0" descr="/mnt/data/dab99041e2.png"/>
          <p:cNvPicPr>
            <a:picLocks noChangeAspect="1"/>
          </p:cNvPicPr>
          <p:nvPr/>
        </p:nvPicPr>
        <p:blipFill>
          <a:blip r:embed="rId3"/>
          <a:srcRect l="18391" r="18391"/>
          <a:stretch/>
        </p:blipFill>
        <p:spPr>
          <a:xfrm>
            <a:off x="6583680" y="1051560"/>
            <a:ext cx="502920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325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7E5C"/>
                </a:solidFill>
              </a:rPr>
              <a:t>„Kann ich sicher in ETHS landen?“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423160" y="2148840"/>
            <a:ext cx="1005840" cy="594360"/>
          </a:xfrm>
          <a:prstGeom prst="chevron">
            <a:avLst/>
          </a:prstGeom>
          <a:solidFill>
            <a:srgbClr val="FA7E5C"/>
          </a:solidFill>
          <a:ln w="12700">
            <a:solidFill>
              <a:srgbClr val="FA7E5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77240" y="306324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74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unsupported_operational_decision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51206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Erkennung vor Modellinferenz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Kein API-Aufruf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Keine Bewertung persönlicher Minima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Keine Start-, Lande- oder Go/No-Go-Freigabe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Echte Wetterdaten, klar gekapselt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87552" y="15270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Aviation Weather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1965960"/>
            <a:ext cx="299008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HTTP-Client mit Timeout, Cancellation, User-Agent und typisierten Fehlern.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73152" cy="434340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45152" y="15270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Deterministischer Router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1965960"/>
            <a:ext cx="299008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METAR, TAF oder paralleler Abruf beider Produkte. Keine Calls bei unknown oder Safety-Rejection.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73152" cy="4343400"/>
          </a:xfrm>
          <a:prstGeom prst="rect">
            <a:avLst/>
          </a:prstGeom>
          <a:solidFill>
            <a:srgbClr val="4BAF73"/>
          </a:solidFill>
          <a:ln w="12700">
            <a:solidFill>
              <a:srgbClr val="4BAF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302752" y="15270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Nachvollziehbarkeit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1965960"/>
            <a:ext cx="299008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6"/>
                </a:solidFill>
              </a:rPr>
              <a:t>Formatierte Ausgabe plus unveränderte offizielle Rohmeldung.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METAR: Rohcode wird strukturierte Information</a:t>
            </a:r>
            <a:endParaRPr lang="en-US" sz="2400" dirty="0"/>
          </a:p>
        </p:txBody>
      </p:sp>
      <p:pic>
        <p:nvPicPr>
          <p:cNvPr id="3" name="Image 0" descr="/mnt/data/ed7841fe50.png"/>
          <p:cNvPicPr>
            <a:picLocks noChangeAspect="1"/>
          </p:cNvPicPr>
          <p:nvPr/>
        </p:nvPicPr>
        <p:blipFill>
          <a:blip r:embed="rId3"/>
          <a:srcRect l="18391" r="18391"/>
          <a:stretch/>
        </p:blipFill>
        <p:spPr>
          <a:xfrm>
            <a:off x="6583680" y="1097280"/>
            <a:ext cx="502920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234440"/>
            <a:ext cx="5394960" cy="1143000"/>
          </a:xfrm>
          <a:prstGeom prst="roundRect">
            <a:avLst/>
          </a:prstGeom>
          <a:solidFill>
            <a:srgbClr val="0F1D2B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914400" y="15361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METAR EDDV 070750Z 24012G22KT 9999 -RA BKN018 14/11 Q1008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52120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Wind: 240° / 12 kt, Böen 22 kt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Sicht: mindestens 10 km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Wetter: leichter Regen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Wolken: durchbrochen in 1.800 ft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</a:rPr>
              <a:t>Temperatur, Taupunkt und QNH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TAF: Vorhersage als Zeitachse lesen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3154680"/>
            <a:ext cx="10241280" cy="1"/>
          </a:xfrm>
          <a:prstGeom prst="line">
            <a:avLst/>
          </a:prstGeom>
          <a:noFill/>
          <a:ln w="508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14400" y="2852928"/>
            <a:ext cx="594360" cy="594360"/>
          </a:xfrm>
          <a:prstGeom prst="ellipse">
            <a:avLst/>
          </a:prstGeom>
          <a:solidFill>
            <a:srgbClr val="5AA6C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A6C0"/>
                </a:solidFill>
              </a:rPr>
              <a:t>Ausgangslage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6"/>
                </a:solidFill>
              </a:rPr>
              <a:t>1212/1312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852928"/>
            <a:ext cx="594360" cy="594360"/>
          </a:xfrm>
          <a:prstGeom prst="ellipse">
            <a:avLst/>
          </a:prstGeom>
          <a:solidFill>
            <a:srgbClr val="F0941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92608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9415"/>
                </a:solidFill>
              </a:rPr>
              <a:t>TEMPO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6"/>
                </a:solidFill>
              </a:rPr>
              <a:t>1216/1219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852928"/>
            <a:ext cx="594360" cy="594360"/>
          </a:xfrm>
          <a:prstGeom prst="ellipse">
            <a:avLst/>
          </a:prstGeom>
          <a:solidFill>
            <a:srgbClr val="4BAF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34924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AF73"/>
                </a:solidFill>
              </a:rPr>
              <a:t>BECMG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6"/>
                </a:solidFill>
              </a:rPr>
              <a:t>1306/1308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852928"/>
            <a:ext cx="594360" cy="594360"/>
          </a:xfrm>
          <a:prstGeom prst="ellipse">
            <a:avLst/>
          </a:prstGeom>
          <a:solidFill>
            <a:srgbClr val="D17D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77240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7DF9"/>
                </a:solidFill>
              </a:rPr>
              <a:t>FM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6"/>
                </a:solidFill>
              </a:rPr>
              <a:t>ab 131000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607040" y="2852928"/>
            <a:ext cx="594360" cy="594360"/>
          </a:xfrm>
          <a:prstGeom prst="ellipse">
            <a:avLst/>
          </a:prstGeom>
          <a:solidFill>
            <a:srgbClr val="FA7E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0195560" y="1920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7E5C"/>
                </a:solidFill>
              </a:rPr>
              <a:t>PROB30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0412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6"/>
                </a:solidFill>
              </a:rPr>
              <a:t>zeitweise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4828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740"/>
                </a:solidFill>
              </a:rPr>
              <a:t>Jede Gruppe behält Typ, Zeitraum, Wahrscheinlichkeit und Wetterbedingungen.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Fokussteuerung und Lokalisierung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246120" cy="1417320"/>
          </a:xfrm>
          <a:prstGeom prst="roundRect">
            <a:avLst/>
          </a:prstGeom>
          <a:solidFill>
            <a:srgbClr val="F3F7FA"/>
          </a:solidFill>
          <a:ln w="15240">
            <a:solidFill>
              <a:srgbClr val="5AA6C0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5156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A6C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wind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212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Wind und Böen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1417320"/>
            <a:ext cx="32461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09415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941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212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Sichtweite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417320"/>
            <a:ext cx="3246120" cy="1417320"/>
          </a:xfrm>
          <a:prstGeom prst="roundRect">
            <a:avLst/>
          </a:prstGeom>
          <a:solidFill>
            <a:srgbClr val="F3F7FA"/>
          </a:solidFill>
          <a:ln w="15240">
            <a:solidFill>
              <a:srgbClr val="5AA6C0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4108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A6C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clouds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41080" y="2212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Wolken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32461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09415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5156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941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weather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270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Wettererscheinungen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3474720"/>
            <a:ext cx="3246120" cy="1417320"/>
          </a:xfrm>
          <a:prstGeom prst="roundRect">
            <a:avLst/>
          </a:prstGeom>
          <a:solidFill>
            <a:srgbClr val="F3F7FA"/>
          </a:solidFill>
          <a:ln w="15240">
            <a:solidFill>
              <a:srgbClr val="5AA6C0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A6C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validity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4270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Ausgabe &amp; Gültigkeit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3474720"/>
            <a:ext cx="32461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09415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64108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9415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changes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41080" y="4270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12B"/>
                </a:solidFill>
              </a:rPr>
              <a:t>Änderungsgruppen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740"/>
                </a:solidFill>
              </a:rPr>
              <a:t>Deutsch und Englisch über zentrale Ressourcen. Offizielle Rohcodes bleiben auf Wunsch sichtbar.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Qualitätssicherung: viele kleine Verträge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3152" cy="4526280"/>
          </a:xfrm>
          <a:prstGeom prst="rect">
            <a:avLst/>
          </a:prstGeom>
          <a:solidFill>
            <a:srgbClr val="4BAF73"/>
          </a:solidFill>
          <a:ln w="12700">
            <a:solidFill>
              <a:srgbClr val="4BAF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41832" y="14356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Unit Tests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1874520"/>
            <a:ext cx="3035808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5F6B76"/>
                </a:solidFill>
              </a:rPr>
              <a:t>Parser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Formatter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Routing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Safety Guard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HTTP-Fehler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Cancellation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2344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73152" cy="4526280"/>
          </a:xfrm>
          <a:prstGeom prst="rect">
            <a:avLst/>
          </a:prstGeom>
          <a:solidFill>
            <a:srgbClr val="5AA6C0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26864" y="14356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Referenztests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6864" y="1874520"/>
            <a:ext cx="3035808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5F6B76"/>
                </a:solidFill>
              </a:rPr>
              <a:t>Exakte JSON-Antworten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Adapter vs. Merge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ONNX-Smoke-Test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Reale ETHS-Meldungen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73152" cy="4526280"/>
          </a:xfrm>
          <a:prstGeom prst="rect">
            <a:avLst/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302752" y="14356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</a:rPr>
              <a:t>Build-Hygiene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1874520"/>
            <a:ext cx="3035808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5F6B76"/>
                </a:solidFill>
              </a:rPr>
              <a:t>.NET 10 + MTP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Warnings as errors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Modelle außerhalb Git</a:t>
            </a:r>
            <a:endParaRPr lang="en-US" sz="1250" dirty="0"/>
          </a:p>
          <a:p>
            <a:r>
              <a:rPr lang="en-US" sz="1250" dirty="0">
                <a:solidFill>
                  <a:srgbClr val="5F6B76"/>
                </a:solidFill>
              </a:rPr>
              <a:t>Ressourcen DE/EN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Repository-Struktur trennt Produkt und Training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303520" cy="4846320"/>
          </a:xfrm>
          <a:prstGeom prst="roundRect">
            <a:avLst/>
          </a:prstGeom>
          <a:solidFill>
            <a:srgbClr val="0F1D2B"/>
          </a:solidFill>
          <a:ln w="12700">
            <a:solidFill>
              <a:srgbClr val="5AA6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AviationAgent/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├─ src/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│  ├─ Core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│  ├─ OnnxRuntime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│  ├─ AviationWeather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│  └─ Console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├─ tests/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├─ tools/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│  └─ AviationAgent.ModelTraining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9E7F2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└─ docs/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37960" y="1508760"/>
            <a:ext cx="457200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Produktcode bleibt unter src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Python-Training ist ein Werkzeug unter tools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Modellgewichte und private Daten werden ignoriert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12B"/>
                </a:solidFill>
              </a:rPr>
              <a:t>Architektur und Trainingsprozess liegen unter docs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29400" y="51663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09415"/>
          </a:solidFill>
          <a:ln w="12700">
            <a:solidFill>
              <a:srgbClr val="F09415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702552" y="521665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18120" y="5212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Quellcode-Lizenz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Live-Beispiel: „taf eths“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10835640" cy="45262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5AA6C0"/>
            </a:solidFill>
            <a:prstDash val="solid"/>
          </a:ln>
          <a:effectLst>
            <a:outerShdw blurRad="25400" dist="1016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058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Request: taf eths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Decision: action=get_taf, station=ETHS, focus=full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TAF ETHS; Ausgabe 07 07:15 UTC; Gültigkeit 07 08:00 UTC - 07 17:00 UTC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Ausgangslage: aus 200° mit 8 kt; Sicht mindestens 10 km;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gering bewölkt in 6.000 ft AGL, aufgelockert in 13.000 ft AGL,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DDF0F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durchbrochen in 30.000 ft AGL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Ergebnis: lokale KI mit kontrollierter Autorität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46888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09415"/>
            </a:solidFill>
            <a:prstDash val="solid"/>
          </a:ln>
          <a:effectLst>
            <a:outerShdw blurRad="19050" dist="762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9415"/>
                </a:solidFill>
              </a:rPr>
              <a:t>Lokal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Modellinferenz ohne Cloud-KI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38728" y="1417320"/>
            <a:ext cx="246888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AA6C0"/>
            </a:solidFill>
            <a:prstDash val="solid"/>
          </a:ln>
          <a:effectLst>
            <a:outerShdw blurRad="19050" dist="762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721608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6C0"/>
                </a:solidFill>
              </a:rPr>
              <a:t>Typisiert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13048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Enums und strikter JSON-Vertrag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91656" y="1417320"/>
            <a:ext cx="246888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BAF73"/>
            </a:solidFill>
            <a:prstDash val="solid"/>
          </a:ln>
          <a:effectLst>
            <a:outerShdw blurRad="19050" dist="762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74536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AF73"/>
                </a:solidFill>
              </a:rPr>
              <a:t>Deterministisch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65976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Router, Parser und Formatter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44584" y="1417320"/>
            <a:ext cx="246888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A7E5C"/>
            </a:solidFill>
            <a:prstDash val="solid"/>
          </a:ln>
          <a:effectLst>
            <a:outerShdw blurRad="19050" dist="762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427464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7E5C"/>
                </a:solidFill>
              </a:rPr>
              <a:t>Sicher begrenzt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518904" y="2743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Keine operative Flugentscheidung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5486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2740"/>
                </a:solidFill>
              </a:rPr>
              <a:t>Der Agent versteht Sprache. Die Fachlogik bleibt prüfbarer Softwarecode.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09C"/>
                </a:solidFill>
              </a:rPr>
              <a:t>AviationAgent · Marcus Runge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0"/>
          </a:solidFill>
          <a:ln w="12700">
            <a:solidFill>
              <a:srgbClr val="0D27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828800" cy="1"/>
          </a:xfrm>
          <a:prstGeom prst="line">
            <a:avLst/>
          </a:prstGeom>
          <a:noFill/>
          <a:ln w="76200">
            <a:solidFill>
              <a:srgbClr val="F0941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Vielen Dank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D8E3EC"/>
                </a:solidFill>
              </a:rPr>
              <a:t>Fragen und Diskussion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5349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1B56B"/>
                </a:solidFill>
              </a:rPr>
              <a:t>AviationAgent · Lokaler KI-Agent für METAR und TAF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Marcus Runge, B.Sc.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58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Microsoft Office PowerPoint</Application>
  <PresentationFormat>Breitbild</PresentationFormat>
  <Paragraphs>246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Segoe UI</vt:lpstr>
      <vt:lpstr>Segoe UI Mono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Marcus Runge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AviationAgent – Lokaler KI-Agent für METAR und TAF</dc:title>
  <dc:subject>AviationAgent Projektpräsentation</dc:subject>
  <dc:creator>Marcus Runge</dc:creator>
  <cp:lastModifiedBy>Marcus Runge</cp:lastModifiedBy>
  <cp:revision>2</cp:revision>
  <dcterms:created xsi:type="dcterms:W3CDTF">2026-09-07T09:21:01Z</dcterms:created>
  <dcterms:modified xsi:type="dcterms:W3CDTF">2026-09-07T09:22:21Z</dcterms:modified>
</cp:coreProperties>
</file>